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Oval 4"/>
          <p:cNvSpPr/>
          <p:nvPr/>
        </p:nvSpPr>
        <p:spPr>
          <a:xfrm>
            <a:off x="9601200" y="5029200"/>
            <a:ext cx="2743200" cy="27432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F172A"/>
                </a:solidFill>
                <a:latin typeface="Calibri"/>
              </a:defRPr>
            </a:pPr>
            <a:r>
              <a:t>Нейросети и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34155"/>
                </a:solidFill>
                <a:latin typeface="Calibri"/>
              </a:defRPr>
            </a:pPr>
            <a:r>
              <a:t>как использовать в работе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611880"/>
            <a:ext cx="2286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Доклад для сотрудников компании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Calibri"/>
              </a:defRPr>
            </a:pPr>
            <a:r>
              <a:t>Что такое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4155"/>
                </a:solidFill>
                <a:latin typeface="Calibri"/>
              </a:defRPr>
            </a:pPr>
            <a:r>
              <a:t>Программа, которая учится на данных и делает выводы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64592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7556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Обучение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Модель «читает» огромные массивы текста, кода, изображений — и запоминает закономерности. Это как если бы человек прочитал миллионы книг за одну ночь.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164592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7556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Инференс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При получении запроса модель предсказывает наиболее вероятный ответ, основываясь на том, что выучила. Не думает — считает вероятности.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164592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7556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691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Calibri"/>
              </a:defRPr>
            </a:pPr>
            <a:r>
              <a:t>Токены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4688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Текст разбивается на маленькие кусочки. 1 токен ≈ 0.75 слова. Контекстное окно = сколько токенов модель помнит одновременно.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91072" y="4050792"/>
            <a:ext cx="2743200" cy="228600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64992" y="4050792"/>
            <a:ext cx="2743200" cy="228600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912" y="4050792"/>
            <a:ext cx="2743200" cy="228600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17152" y="1490472"/>
            <a:ext cx="2743200" cy="228600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1490472"/>
            <a:ext cx="2743200" cy="228600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64992" y="1490472"/>
            <a:ext cx="2743200" cy="228600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" y="1490472"/>
            <a:ext cx="2743200" cy="228600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  <a:latin typeface="Calibri"/>
              </a:defRPr>
            </a:pPr>
            <a:r>
              <a:t>Модальности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4155"/>
                </a:solidFill>
                <a:latin typeface="Calibri"/>
              </a:defRPr>
            </a:pPr>
            <a:r>
              <a:t>Что модель может воспринимать на вход — для рабочих задач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731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Текст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Письма, документы, анализ, ответы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4630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731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727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Код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90195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Скрипты, баги, ревью, объяснение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630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63040"/>
            <a:ext cx="73152" cy="2286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727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Изображение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90195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Скриншот → цифры. Фото → аналоги. Скан → текст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46304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463040"/>
            <a:ext cx="73152" cy="2286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5727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Аудио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90195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Записи совещаний → расшифровка. Голосовые → текст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02336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02336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3308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Видео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46227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Ролики → summary, ключевые моменты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02336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4023360"/>
            <a:ext cx="731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413308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Документы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46227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Договоры → риски. Отчёты → тренды. Таблицы → ошибки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023360"/>
            <a:ext cx="2743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023360"/>
            <a:ext cx="731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13308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Многомодальность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462272"/>
            <a:ext cx="2423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Скрин + вопрос = анализ. Всё вместе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Сравнительная таблица моделей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86410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143000"/>
                <a:gridCol w="640080"/>
                <a:gridCol w="548640"/>
                <a:gridCol w="548640"/>
                <a:gridCol w="777240"/>
                <a:gridCol w="548640"/>
                <a:gridCol w="548640"/>
                <a:gridCol w="640080"/>
                <a:gridCol w="1051560"/>
                <a:gridCol w="960120"/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Разраб.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VPN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Текст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Код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Картинки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Аудио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Видео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Док-ты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Беспл. лимит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Платный тариф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Claude 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~45к/3ч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$18–30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7C3AED"/>
                          </a:solidFill>
                        </a:defRPr>
                      </a:pPr>
                      <a:r>
                        <a:t>GPT-5.4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~40–80/3ч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C4899"/>
                          </a:solidFill>
                        </a:defRPr>
                      </a:pPr>
                      <a:r>
                        <a:t>Gemini 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~60/мин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~20/ч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59E0B"/>
                          </a:solidFill>
                        </a:defRPr>
                      </a:pPr>
                      <a:r>
                        <a:t>Grok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~25/2ч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$30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Kimi 2.6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Moonshot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~100/мин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DeepSeek V4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API $0.25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Qwen 3.6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~120/мин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3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Claude 4.7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Anthropic  •  Лидер Arena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Минимум галлюцинаций — скажет «не уверен»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2140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Контекст до 4M токенов (целая книга за раз)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50545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97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Отлично понимает инструкции. Самый «человечный» стиль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Нет видео и аудио. Дорогой API. Нужен VPN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212140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Бесплатно — 45к токенов каждые 3 часа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11480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Для чего использовать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Анализ длинных документов и договоров. Написание сложных текстов. Разработка.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11480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Платный тариф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$18–30/мес — больше лимитов, ранний доступ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3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GPT-5.4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OpenAI  •  Самая известная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Всё-в-одном: текст, код, картинки, видео, голос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2140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Экосистема: плагины, GPTs, интеграции везде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50545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97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Голосовой режим. Canvas — совместное редактирование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Галлюцинирует чаще, чем Claude. Нужен VPN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212140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Бесплатно 40–80 сообщений/3ч. Дорогой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114800"/>
            <a:ext cx="73152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Для чего использовать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Универсальные задачи. Генерация изображений. Голосовые диалоги.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11480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Платный тариф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$20/мес — GPT-5.4 без лимитов, Canvas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53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Gemini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Google  •  Google-экосистема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Многомодальность: текст + картинки + видео + аудио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2140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2M контекст — 1500 страниц. Notebook LM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50545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97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Интеграция с Docs, Sheets, Drive,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Нужен VPN. Иногда «врёт» увереннее других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114800"/>
            <a:ext cx="73152" cy="1737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Calibri"/>
              </a:defRPr>
            </a:pPr>
            <a:r>
              <a:t>Для чего использовать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Работа с Google-экосистемой. Анализ видео. Notebook LM.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11480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Платный тариф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$20/мес — Gemini 3.1 Pro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3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Perplexity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Perplexity  •  Поисковик с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Ищет в интернете в реальном времени. Ответы со ссылками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2140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Минимум галлюцинаций (опирается на факты)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50545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97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Pro Search по документам. Pro API — 3000/сутки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Не умеет картинки/видео/аудио. Меньше контекста. VPN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212140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Бесплатно ~20 запросов/час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11480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Для чего использовать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Поиск актуальной информации. Фактчекинг. Исследования.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11480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Платный тариф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$20/мес — Pro Search,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53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Grok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xAI  •  Доступ к X/Twitter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DeepSearch — поиск + X/Twitter в реальном времени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2140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Agentic Tasks — модель сама выполняет задачи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50545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97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Voice Mode. SuperGrok — ранний доступ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Нужен VPN. Бесплатно мало токенов (25/2ч)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212140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Менее надёжен для серьёзных задач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114800"/>
            <a:ext cx="73152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Для чего использовать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Мониторинг трендов в X/Twitter. Быстрые задачи с агентами.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11480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Платный тариф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$30/мес — больше токенов, ранний доступ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53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Kimi 2.6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Moonshot AI  •  Без VPN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Не нужен VPN — работает из России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2140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2M контекст. Agent Swarm — параллельные агенты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50545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97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Long-Context Inferencing. ~100 запросов/мин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Нет видео и аудио. Интерфейс китайский/английский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114800"/>
            <a:ext cx="73152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Для чего использовать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Длинные документы. Сложные параллельные задачи. Программирование.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11480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Платный тариф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Нет фиксированного — API по расходу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53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DeepSeek 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DeepSeek  •  Цена/качество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Не нужен VPN. API в 20–50 раз дешевле западных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2140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#2 в Arena. MoE: 1.2T параметров, активны 32B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50545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97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Неограниченный бесплатный чат. DeepThink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Нет видео и аудио. Спартанский интерфейс. Цензура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114800"/>
            <a:ext cx="73152" cy="1737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Для чего использовать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Разработка и API-интеграции. Сложные расчёты (DeepThink).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11480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Платный тариф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API ~$0.25–0.50 за 1M токенов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53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" y="4142232"/>
            <a:ext cx="5303520" cy="17373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Qwen 3.6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Alibaba  •  Универсальная (без VPN)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12/25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Не нужен VPN. Мультимодальность: всё-в-одном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12140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756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Agentic Mode + Swarm Mode. QwQ-vision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505456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97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2.56M контекст. ~120 запросов/мин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17373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Интерфейс китайский/английский. Видео/аудио уступает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114800"/>
            <a:ext cx="73152" cy="1737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Для чего использовать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Универсальные задачи без VPN. Изображения/видео. Агенты.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11480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11480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2245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Платный тариф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553712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Нет фиксированного — API по расходу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Зачем именно эта модель?</a:t>
            </a:r>
          </a:p>
        </p:txBody>
      </p:sp>
      <p:sp>
        <p:nvSpPr>
          <p:cNvPr id="4" name="Oval 3"/>
          <p:cNvSpPr/>
          <p:nvPr/>
        </p:nvSpPr>
        <p:spPr>
          <a:xfrm>
            <a:off x="411480" y="1060704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4M контекст + минимум галлюцинаций  →  Когда нужна точность на длинных документах</a:t>
            </a:r>
          </a:p>
        </p:txBody>
      </p:sp>
      <p:sp>
        <p:nvSpPr>
          <p:cNvPr id="7" name="Oval 6"/>
          <p:cNvSpPr/>
          <p:nvPr/>
        </p:nvSpPr>
        <p:spPr>
          <a:xfrm>
            <a:off x="6263640" y="1060704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05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GPT-5.4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Голос + Canvas + всё-в-одном  →  Когда нужен универсальный помощник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432304"/>
            <a:ext cx="164592" cy="16459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Notebook LM + 2M контекст + Google  →  Когда работаешь в Google-экосистеме</a:t>
            </a:r>
          </a:p>
        </p:txBody>
      </p:sp>
      <p:sp>
        <p:nvSpPr>
          <p:cNvPr id="13" name="Oval 12"/>
          <p:cNvSpPr/>
          <p:nvPr/>
        </p:nvSpPr>
        <p:spPr>
          <a:xfrm>
            <a:off x="6263640" y="2432304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Perplexity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Поиск с источниками в реальном времени  →  Когда нужны факты, а не домыслы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803904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Grok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DeepSearch + Agentic Tasks + доступ к X  →  Когда нужны тренды и агенты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3803904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Kimi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Agent Swarm + 2M контекст без VPN  →  Когда нет VPN и нужны сложные задачи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" y="5175504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DeepSeek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94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MoE + дёшевый API + DeepThink  →  Когда важна экономия и сложные расчёты</a:t>
            </a:r>
          </a:p>
        </p:txBody>
      </p:sp>
      <p:sp>
        <p:nvSpPr>
          <p:cNvPr id="25" name="Oval 24"/>
          <p:cNvSpPr/>
          <p:nvPr/>
        </p:nvSpPr>
        <p:spPr>
          <a:xfrm>
            <a:off x="6263640" y="5175504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120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Qwen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94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Swarm Mode + Agentic + QwQ-vision  →  Когда нужен «всё-в-одном» без VPN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53912" y="1399032"/>
            <a:ext cx="5303520" cy="21945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" y="1399032"/>
            <a:ext cx="5303520" cy="219456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LM Arena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Бесплатный способ попробовать любую модель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Как работает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Вводите вопрос → получаете два ответа от анонимных моделей → голосуете за лучший → узнаёте, кто победил.</a:t>
            </a:r>
            <a:br/>
            <a:br/>
            <a:r>
              <a:t>Рейтинг Elo — объективная таблица лидеров.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3035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73152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813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Calibri"/>
              </a:defRPr>
            </a:pPr>
            <a:r>
              <a:t>Что есть в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10512"/>
            <a:ext cx="4983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Text Arena — текстовые модели.</a:t>
            </a:r>
            <a:br/>
            <a:r>
              <a:t>Video Arena — генерация видео.</a:t>
            </a:r>
            <a:br/>
            <a:r>
              <a:t>Image Arena — картинки.</a:t>
            </a:r>
            <a:br/>
            <a:r>
              <a:t>Мультимодальные сравнения.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40480"/>
            <a:ext cx="228600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✓  Регистрация бесплатная. Карта не нужна.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lmarena.ai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53912" y="1399032"/>
            <a:ext cx="5303520" cy="256032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" y="1399032"/>
            <a:ext cx="5303520" cy="256032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Robomonkey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Автоматизация процессов без программирования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73152" cy="2560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Calibri"/>
              </a:defRPr>
            </a:pPr>
            <a:r>
              <a:t>Как работает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Описываете задачу текстом → Robomonkey генерирует Chrome-расширение → устанавливаете в браузер → работает само.</a:t>
            </a:r>
            <a:br/>
            <a:br/>
            <a:r>
              <a:t>Сбор данных, парсинг, автозаполнение форм, мониторинг цен.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3035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73152" cy="25603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81328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4899"/>
                </a:solidFill>
                <a:latin typeface="Calibri"/>
              </a:defRPr>
            </a:pPr>
            <a:r>
              <a:t>Альтернативы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10512"/>
            <a:ext cx="4983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Calibri"/>
              </a:defRPr>
            </a:pPr>
            <a:r>
              <a:t>Stagehand — для разработчиков (open-source).</a:t>
            </a:r>
            <a:br/>
            <a:r>
              <a:t>Gumloop — no-code для бизнеса.</a:t>
            </a:r>
            <a:br/>
            <a:r>
              <a:t>Browser Use — Python для кодеров.</a:t>
            </a:r>
            <a:br/>
            <a:r>
              <a:t>Make.com / n8n — связка сервисов.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114800"/>
            <a:ext cx="228600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513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Экономия 90–95% стоимости виртуального ассистента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17152" y="1124712"/>
            <a:ext cx="2743200" cy="2377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91072" y="1124712"/>
            <a:ext cx="2743200" cy="2377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64992" y="1124712"/>
            <a:ext cx="2743200" cy="2377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1124712"/>
            <a:ext cx="2743200" cy="2377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AI-разработка без программиста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27432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73152" cy="2377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070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Lovable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Генерация веб-приложений и сайтов из текста</a:t>
            </a:r>
            <a:br/>
            <a:br/>
            <a:r>
              <a:t>→ MVP, лендинг, внутренний инструмент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7432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097280"/>
            <a:ext cx="73152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2070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Calibri"/>
              </a:defRPr>
            </a:pPr>
            <a:r>
              <a:t>Blink.new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536192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Создание сайтов с AI-дизайном</a:t>
            </a:r>
            <a:br/>
            <a:br/>
            <a:r>
              <a:t>→ Красивый сайт за минуты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097280"/>
            <a:ext cx="27432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097280"/>
            <a:ext cx="73152" cy="2377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070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Calibri"/>
              </a:defRPr>
            </a:pPr>
            <a:r>
              <a:t>Bolt.new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536192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AI-разработка на Next.js / React</a:t>
            </a:r>
            <a:br/>
            <a:br/>
            <a:r>
              <a:t>→ Настоящий код под капотом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097280"/>
            <a:ext cx="27432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097280"/>
            <a:ext cx="73152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20700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Calibri"/>
              </a:defRPr>
            </a:pPr>
            <a:r>
              <a:t>Hercules.app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536192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Calibri"/>
              </a:defRPr>
            </a:pPr>
            <a:r>
              <a:t>Внутренние бизнес-приложения</a:t>
            </a:r>
            <a:br/>
            <a:br/>
            <a:r>
              <a:t>→ CRM, дашборды, формы без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74903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4155"/>
                </a:solidFill>
                <a:latin typeface="Calibri"/>
              </a:defRPr>
            </a:pPr>
            <a:r>
              <a:t>Принцип: «Сделай сайт для приёма заявок с полями имя, телефон, выбор услуги и отправкой в Telegram» — платформа генерирует работающий сайт. Не нужно уметь кодить.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480560"/>
            <a:ext cx="228600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171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Для бизнеса: прототипы за часы, внутренние инструменты без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28163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14447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БУХГАЛТЕРИЯ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Распознавание, сверка, проверка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Распознавание первичных документов (счета, акты, накладные) → структурированные данные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Сверка банковской выписки с 1С и выявление расхождений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Проверка правильности проводок и соответствия учетной политике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23160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Подготовка форм налоговых деклараций по шаблонам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97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Анализ дебиторской / кредиторской задолженности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5270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Платные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8562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Claude — лучший для структурирования длинных документов. GPT-4 — универсальный (Canvas для таблиц).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7889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Бесплатные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278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DeepSeek — неограниченно, без VPN, отлично справляется с таблицами. Qwen — 120 запросов/мин.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1435608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538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«Я загрузил скан 50 счетов поставщиков. Извлеки из каждого: ИНН, КПП, сумму, дату, номер счета. Сформируй таблицу.»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2304288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3225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2860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«Сверь эту банковскую выписку с данными из 1С. Найди расхождения по суммам и датам. Выдели строки без соответствия.»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3172968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1912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«Проверь правильность проводки: Дебет 62 Кредит 90 на сумму 150 000 руб. Это реализация услуг. Соответствует ли учетной политике?»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28163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14447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ФИНАНСЫ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Прогнозирование, бюджеты, сценарии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Прогнозирование cash flow на основе исторических данных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4864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Сценарное моделирование (оптимистичный, реалистичный, пессимистичный)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54864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Подготовка отчетности для совета директоров / инвесторов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23160"/>
            <a:ext cx="54864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Анализ инвестиционных проектов (NPV, IRR, срок окупаемости)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54864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97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Выявление аномалий в финансовых данных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5270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Платные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8562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Claude — точность и структура для сложных расчетов. GPT-4 — Canvas для совместной работы с Excel.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7889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Бесплатные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278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DeepSeek — DeepThink для сложных расчетов, без VPN. Kimi — 2M контекст для больших таблиц.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143560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538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«На основе данных о выручке за 24 месяца построй прогноз cash flow на следующие 6 месяцев. Учти сезонность.»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230428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3225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2860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«Построй 3 сценария при росте выручки: +10%, +20%, +30%. Для каждого посчитай EBITDA и точку безубыточности.»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3172968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1912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«Проанализируй этот Excel-файл с P&amp;L. Найди 3 главных отклонения от бюджета и объясни причины. Дай рекомендации.»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28163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14447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ЮРИСТЫ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Анализ договоров, риски, претензии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Анализ договоров на предмет рисковых пунктов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4864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Сравнение двух редакций одного документа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54864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Подготовка претензий, исковых заявлений по шаблонам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23160"/>
            <a:ext cx="54864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Проверка compliance с законодательством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54864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97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Поиск судебной практики по аналогичным делам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5270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Платные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8562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Claude 4 — минимум галлюцинаций, 4M контекст для длинных договоров. GPT-4 — для генерации документов.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7889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Бесплатные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278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DeepSeek — без VPN, неограниченно. Perplexity — поиск судебной практики с источниками.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1435608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538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«Проанализируй этот договор поставки. Найди: неблагоприятные условия оплаты, отсутствие штрафных санкций, рисковые пункты о возврате. Дай рекомендации по доработке.»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2304288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3225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2860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«Сравни две редакции NDA. Выдели все изменения, которые увеличивают риски для нашей компании. Оформи таблицу: пункт, было, стало, риск.»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3172968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1912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«Подготовь претензию поставщику о нарушении сроков поставки по договору №123 от 01.03.2026. Требование: неустойка 0.1% за каждый день просрочки.»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28163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14447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ПРОДАКТЫ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Отзывы, ТЗ, конкуренты, приоритизация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Анализ пользовательских отзывов и выявление болей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4864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Написание user stories и acceptance criteria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54864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Исследование конкурентов (фичи, цены, positioning)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23160"/>
            <a:ext cx="54864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Приоритизация бэклога (RICE, MoSCoW)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54864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97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Подготовка ТЗ для разработчиков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5270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Платные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8562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GPT-4 — Canvas для документов. Claude — структурирование сложных ТЗ.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7889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Бесплатные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278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Kimi — Agent Swarm для параллельных задач (конкуренты + отзывы одновременно). Qwen — Swarm Mode.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1435608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538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«Вот 500 отзывов наших клиентов с Wildberries. Выдели топ-10 проблем и сгруппируй по категориям. Для каждой предложи решение.»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2304288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3225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2860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«Напиши user story для функции: клиент хочет отслеживать доставку в личном кабинете. Acceptance criteria, критерии готовности, оценка сложности.»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3172968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1912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«Проанализируй 3 конкурента в нише БАДов. Сравни: цены, состав, упаковку, каналы продаж. Сформируй SWOT-анализ.»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28163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14447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КОММЕРЧЕСКИЙ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Скрипты, КП, воронка, реактивация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Написание скриптов продаж и возражений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4864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Подготовка коммерческих предложений (КП)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54864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Анализ воронки продаж и выявление узких мест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23160"/>
            <a:ext cx="54864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Реактивация «спящих» клиентов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54864" cy="10972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97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Сегментация клиентской базы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5270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Платные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8562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GPT-4 — генерация текстов и скриптов. Claude — анализ данных воронки.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7889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Бесплатные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278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Grok — доступ к трендам в X/Twitter для мониторинга. DeepSeek — для аналитики.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C4899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1435608"/>
            <a:ext cx="256032" cy="25603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538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«Напиши 5 вариантов письма для реактивации клиентов, которые не купили 90 дней. Тон: дружелюбный, без давления. Добавь 3 варианта темы письма.»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2304288"/>
            <a:ext cx="256032" cy="25603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3225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2860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«Проанализируй воронку: 1000 лидов → 300 встреч → 80 КП → 20 сделок. Найди узкие места. Дай 3 рекомендации по улучшению конверсии на каждом этапе.»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3172968"/>
            <a:ext cx="256032" cy="25603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1912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«Составь коммерческое предложение для B2B-клиента на поставку БАДов оптом. Условия: от 100 шт — скидка 20%, от 500 шт — скидка 30%. Добавь кейсы.»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28163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14447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ТОП-МЕНЕДЖМЕНТ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Стратегия, due diligence, выходы на рынки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Стратегический анализ и сценарное планирование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4864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Due diligence при acquisitions / партнерствах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54864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Структурирование сложных решений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23160"/>
            <a:ext cx="54864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Подготовка к совещаниям и публичным выступлениям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54864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97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Анализ новых рынков и точек входа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5270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Платные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8562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Claude — точность, структура, минимум галлюцинаций для важных решений. GPT-4 — всё-в-одном.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7889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Бесплатные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278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DeepSeek — DeepThink для сложных рассуждений. Perplexity — исследования рынков с источниками.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1435608"/>
            <a:ext cx="256032" cy="25603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538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«Проанализируй 3 варианта выхода нашего бренда БАДов на рынок Казахстана. Для каждого: бюджет, сроки, риски, конкуренты, regulatory requirements. Рекомендуй лучший.»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2304288"/>
            <a:ext cx="256032" cy="25603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3225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2860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«Мы рассматриваем покупку компании-производителя БАДов. Проведи due diligence: какие риски, что проверять, какие документы запросить. Оформи чек-лист.»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3172968"/>
            <a:ext cx="256032" cy="25603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1912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«Подготовь структуру 15-минутного выступления на конференции о внедрении ИИ в компанию. Аудитория: 200 CEO среднего бизнеса. Добавь 1 слайд = 1 тезис.»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28163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14447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АНАЛИТИКИ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Данные, SQL, визуализация, прогнозирование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Обработка и очистка больших данных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4864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Написание SQL-запросов для сложных отчетов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54864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Визуализация данных (Python, Excel, BI)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23160"/>
            <a:ext cx="54864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Прогнозирование (временные ряды, регрессия)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54864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97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A/B тестирование и статистическая значимость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5270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Платные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8562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Claude — кодинг, объяснение сложных запросов. GPT-4 — Canvas для совместной работы.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7889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Бесплатные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278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DeepSeek — лучший для кода, без VPN. Kimi — 2M контекст для больших датасетов. Gemini — интеграция с Google Sheets.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1435608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538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«Напиши SQL-запрос для отчета: выручка по регионам за последний квартал с динамикой к предыдущему. Добавь ранжирование регионов по росту.»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2304288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3225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2860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«Загрузи этот CSV (10 000 строк). Найди аномалии: выбросы, пропуски, дубликаты. Построй гистограмму распределения по категориям. Выдай summary.»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3172968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1912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«У нас данные о 2 вариантах лендинга (A и B). 1000 показов каждому, конверсия A = 3.2%, B = 4.1%. Рассчитай статистическую значимость (p-value). Достоверна ли разница?»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25112" y="28163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1444752"/>
            <a:ext cx="3657600" cy="1234440"/>
          </a:xfrm>
          <a:prstGeom prst="round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HR И ПОДБОР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Вакансии, скрининг, адаптация, обратная связь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Составление привлекательных вакансий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737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Скрининг резюме и ранжирование кандидатов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Составление планов адаптации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23160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774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Описание компетенций и KPI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43200"/>
            <a:ext cx="54864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697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0F172A"/>
                </a:solidFill>
                <a:latin typeface="Calibri"/>
              </a:defRPr>
            </a:pPr>
            <a:r>
              <a:t>Подготовка обратной связи (review, 1-on-1)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15270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Платные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8562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Claude — структурирование, анализ резюме. GPT-4 — генерация текстов, Canvas для документов.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7889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27889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Бесплатные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227832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Kimi — обработка больших массивов резюме (2M контекст). Qwen — Swarm Mode для параллельных задач.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1435608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5389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«Вот 50 резюме на позицию Product Manager. Проанализируй каждое по критериям: опыт в e-commerce, знание Agile, аналитические навыки. Выдели топ-10 кандидатов с обоснованием.»</a:t>
            </a:r>
          </a:p>
        </p:txBody>
      </p:sp>
      <p:sp>
        <p:nvSpPr>
          <p:cNvPr id="32" name="Oval 31"/>
          <p:cNvSpPr/>
          <p:nvPr/>
        </p:nvSpPr>
        <p:spPr>
          <a:xfrm>
            <a:off x="8321040" y="2304288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32257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22860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«Напиши план адаптации нового менеджера по продажам на первые 30 дней. День 1–7: знакомство. День 8–14: продукт. День 15–21: процессы. День 22–30: самостоятельность. Добавь чек-листы.»</a:t>
            </a:r>
          </a:p>
        </p:txBody>
      </p:sp>
      <p:sp>
        <p:nvSpPr>
          <p:cNvPr id="35" name="Oval 34"/>
          <p:cNvSpPr/>
          <p:nvPr/>
        </p:nvSpPr>
        <p:spPr>
          <a:xfrm>
            <a:off x="8321040" y="3172968"/>
            <a:ext cx="256032" cy="25603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191256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1546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334155"/>
                </a:solidFill>
                <a:latin typeface="Calibri"/>
              </a:defRPr>
            </a:pPr>
            <a:r>
              <a:t>«Составь вакансию на позицию SMM-менеджера для бренда БАДов. Тон: молодежный, энергичный. Обязанности: TikTok, Instagram, UGC. Добавь 3 необычных требования, которые отсеют неподходящих.»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F172A"/>
                </a:solidFill>
                <a:latin typeface="Calibri"/>
              </a:defRPr>
            </a:pPr>
            <a:r>
              <a:t>Рекомендации по работе с ИИ</a:t>
            </a:r>
          </a:p>
        </p:txBody>
      </p:sp>
      <p:sp>
        <p:nvSpPr>
          <p:cNvPr id="4" name="Oval 3"/>
          <p:cNvSpPr/>
          <p:nvPr/>
        </p:nvSpPr>
        <p:spPr>
          <a:xfrm>
            <a:off x="411480" y="100584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Если не уверены — обсудите с другой моделью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9844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Задайте тот же вопрос Claude, GPT и DeepSeek. Если все три говорят одно — можно доверять.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100584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0789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Формулируйте результат, не задачу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29844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Плохо: «Вот отчёт, сделай что-нибудь». Хорошо: «Выдели 3 тренда и предложи 2 действия».</a:t>
            </a:r>
          </a:p>
        </p:txBody>
      </p:sp>
      <p:sp>
        <p:nvSpPr>
          <p:cNvPr id="12" name="Oval 11"/>
          <p:cNvSpPr/>
          <p:nvPr/>
        </p:nvSpPr>
        <p:spPr>
          <a:xfrm>
            <a:off x="8275320" y="100584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07899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005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Вначале план, потом реализация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298448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Сначала составьте план и согласуйте его. Только потом выполняйте.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2880359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953511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80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Заставьте ИИ задать вопросы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72967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«Есть вопросы? Всё ли понятно?» — лучшие результаты даёт диалог, не монолог.</a:t>
            </a:r>
          </a:p>
        </p:txBody>
      </p:sp>
      <p:sp>
        <p:nvSpPr>
          <p:cNvPr id="20" name="Oval 19"/>
          <p:cNvSpPr/>
          <p:nvPr/>
        </p:nvSpPr>
        <p:spPr>
          <a:xfrm>
            <a:off x="4343400" y="2880359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953511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880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Разбивайте сложное на шаги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172967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Не «напиши бизнес-план». Разбейте: структура → рынок → экономика → риски.</a:t>
            </a:r>
          </a:p>
        </p:txBody>
      </p:sp>
      <p:sp>
        <p:nvSpPr>
          <p:cNvPr id="24" name="Oval 23"/>
          <p:cNvSpPr/>
          <p:nvPr/>
        </p:nvSpPr>
        <p:spPr>
          <a:xfrm>
            <a:off x="8275320" y="2880359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953511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880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Давайте контекст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172967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«Ты финдиректор, готовишь презентацию для совета директоров» — результат в разы точнее.</a:t>
            </a:r>
          </a:p>
        </p:txBody>
      </p:sp>
      <p:sp>
        <p:nvSpPr>
          <p:cNvPr id="28" name="Oval 27"/>
          <p:cNvSpPr/>
          <p:nvPr/>
        </p:nvSpPr>
        <p:spPr>
          <a:xfrm>
            <a:off x="411480" y="4754878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82803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75487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Проверяйте факты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47486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ИИ уверенно выдумывает даты и ссылки. Всегда перепроверяйте.</a:t>
            </a:r>
          </a:p>
        </p:txBody>
      </p:sp>
      <p:sp>
        <p:nvSpPr>
          <p:cNvPr id="32" name="Oval 31"/>
          <p:cNvSpPr/>
          <p:nvPr/>
        </p:nvSpPr>
        <p:spPr>
          <a:xfrm>
            <a:off x="4343400" y="4754878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482803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75487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Системные промпты для рутины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047486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«Ты аналитик. Каждый CSV → аномалии, топ-3 тренда, рекомендации» — экономит время.</a:t>
            </a:r>
          </a:p>
        </p:txBody>
      </p:sp>
      <p:sp>
        <p:nvSpPr>
          <p:cNvPr id="36" name="Oval 35"/>
          <p:cNvSpPr/>
          <p:nvPr/>
        </p:nvSpPr>
        <p:spPr>
          <a:xfrm>
            <a:off x="8275320" y="4754878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82803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475487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Calibri"/>
              </a:defRPr>
            </a:pPr>
            <a:r>
              <a:t>Конфиденциальность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5047486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Calibri"/>
              </a:defRPr>
            </a:pPr>
            <a:r>
              <a:t>Для чувствительных данных — локальные модели (DeepSeek, Qwen) или корпоративные тарифы.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Главное: ИИ — инструмент. Результат зависит от того, насколько точно вы формулируете задачу.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