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27432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Calibri"/>
              </a:defRPr>
            </a:pPr>
            <a:r>
              <a:t>Нейросети и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Calibri"/>
              </a:defRPr>
            </a:pPr>
            <a:r>
              <a:t>как использовать в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Доклад для сотрудников компании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Что такое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Программа, которая учится на данных и делает выводы, которые раньше требовали человека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Обучение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Модель «читает» огромные массивы текста, кода, изображений — и запоминает закономерности. Это как если бы человек прочитал миллионы книг за одну ночь.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Инференс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При получении запроса модель предсказывает наиболее вероятный ответ, основываясь на том, что выучила. Не думает — считает вероятности.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C48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Токены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Текст разбивается на маленькие кусочки. 1 токен ≈ 0.75 слова. Контекстное окно = сколько токенов модель помнит «в голове» одновременно.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Модальности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Что модель может воспринимать на вход — для рабочих задач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Письма, документы, анализ, ответы на вопросы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Скрипты, баги, ревью, объяснение чужого кода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Изображение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Скриншоты → цифры. Фото → аналоги. Сканы → текст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Аудио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Записи совещаний → расшифровка. Голосовые → текст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Видео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Ролики → summary, ключевые моменты, расшифровка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Документы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Договоры → риски. Отчёты → тренды. Таблицы → ошибки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Многомодальность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Скрин + вопрос = анализ. Всё вместе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Сравнительная таблица моделей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9418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640080"/>
                <a:gridCol w="548640"/>
                <a:gridCol w="548640"/>
                <a:gridCol w="822960"/>
                <a:gridCol w="548640"/>
                <a:gridCol w="548640"/>
                <a:gridCol w="640080"/>
                <a:gridCol w="1005840"/>
                <a:gridCol w="914400"/>
                <a:gridCol w="91440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Разраб.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VPN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Текст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Код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Картинки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Аудио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Видео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Док-ты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Беспл. лимит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Платный тариф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Claude 4.7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~45к/3ч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$18–30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~40–80/3ч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Gemini 3.1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~60/мин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~20/ч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Grok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~25/2ч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Kimi 2.6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Moonshot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~100/мин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DeepSeek V4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 $0.25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Qwen 3.6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~120/мин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Claude 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Anthropic  •  Лидер Arena #1 по тексту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Минимум галлюцинаций — если не знает, скажет «не уверен»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Огромный контекст — до 4M токенов (целая книга за раз)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Отлично понимает инструкции и форматы. Самый «человечный» стиль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 на входе. Дорогой API.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— 45к токенов каждые 3 часа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Анализ длинных документов и договоров. Написание сложных текстов. Разработка.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$18–30/мес — больше лимитов, ранний доступ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OpenAI  •  Самая известная модель в мире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Универсальность: текст, код, картинки, видео, голос — всё в одном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Огромная экосистема: плагины, GPTs, интеграции везде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Голосовой режим. Canvas — совместное редактирование документов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Галлюцинирует чаще, чем Claude.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ограниченно (40–80 сообщений/3ч). Дорогой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Универсальные задачи. Генерация изображений. Голосовые диалоги. Canvas.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GPT-5.4 без лимитов, Canvas, приоритет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Gemini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Google  •  Тесная интеграция с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Многомодальность: текст + картинки + видео + аудио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2M контекст — 1500 страниц. Notebook LM — аудио-обзоры из документов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Интеграция с Docs, Sheets, Drive, Gmail. Дешевле Claude/OpenAI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Нужен VPN. Иногда «врёт» увереннее других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Работа с Google-экосистемой. Анализ видео. Notebook 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Gemini 3.1 Pro, больше запросов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Perplexity  •  Поисковик с ИИ — не чатбот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Ищет в интернете в реальном времени. Каждый ответ — со ссылками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Минимум галлюцинаций (опирается на факты)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Pro Search по документам. Pro API — 3000 запросов/сутки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 умеет картинки/видео/аудио. Контекст меньше.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~20 запросов/час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Поиск актуальной информации. Фактчекинг. Исследования.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Pro Search, API, больше запросов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Grok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4899"/>
                </a:solidFill>
                <a:latin typeface="Calibri"/>
              </a:defRPr>
            </a:pPr>
            <a:r>
              <a:t>xAI / Илон Маск  •  Доступ к X/Twitter в реальном времени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DeepSearch — поиск по интернету + X/Twitter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Agentic Tasks — модель сама выполняет задачи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Voice Mode. SuperGrok — ранний доступ к экспериментальным фичам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Нужен VPN. Бесплатно мало токенов (25/2ч)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Менее надёжен для серьёзных задач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Мониторинг трендов в X/Twitter. Быстрые задачи с агентами.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$30/мес — больше токенов, ранний доступ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Kimi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Moonshot AI  •  Лучший выбор без VPN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 — работает из России напрямую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Огромный контекст — 2M токенов. Agent Swarm — параллельные агенты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Long-Context Inferencing. Бесплатно щедро (~100/мин)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аудио. Интерфейс на китайском/английском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Длинные документы. Сложные параллельные задачи. Программирование.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Нет фиксированного — API по использованию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DeepSeek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DeepSeek  •  Лидер по цена/качество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VPN. API в 20–50 раз дешевле Claude/OpenAI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#2 в Arena по тексту. MoE: 1.2T параметров, активны 32B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Неограниченный бесплатный чат. DeepThink — глубокое рассуждение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аудио. Спартанский интерфейс. Цензура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Разработка и API-интеграции (дешево!). Сложные расчёты (DeepThink).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API дёшево: ~$0.25–0.50 за 1M токенов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Qwen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Alibaba  •  Самая универсальная китайская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VPN. Мультимодальность: всё-в-одном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Agentic Mode — сама выполняет задачи. Swarm Mode — параллельные агенты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QwQ-vision — мультимодальное рассуждение. 2.56M контекст. ~120/мин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Интерфейс на китайском/английском. Видео/аудио уступает западным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Универсальные задачи без VPN. Изображения/видео. Агенты.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Нет фиксированного — API по использованию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Зачем именно эта модель?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430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4M контекст + минимум галлюцинаций  →  Когда нужна точность на длинных документах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143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Голос + Canvas + всё-в-одном  →  Когда нужен универсальный помощник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Notebook LM + 2M контекст + Google  →  Когда работаешь в Google-экосистеме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4688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Поиск с источниками в реальном времени  →  Когда нужны факты, а не домыслы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794760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Grok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DeepSearch + Agentic Tasks + доступ к X  →  Когда нужны тренды и агенты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7947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Kimi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Agent Swarm + 2M контекст без VPN  →  Когда нет VPN и нужны сложные задачи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12064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03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MoE + дёшевый API + DeepThink  →  Когда важна экономия и сложные расчёты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51206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Qwen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03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Swarm Mode + Agentic + QwQ-vision  →  Когда нужен «всё-в-одном» без VPN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LM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Бесплатный способ попробовать любую модель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Вы вводите вопрос → получаете два ответа от анонимных моделей → голосуете за лучший → узнаёте, кто победил.</a:t>
            </a:r>
            <a:br/>
            <a:br/>
            <a:r>
              <a:t>Рейтинг Elo — объективная таблица лидеров. Text Arena, Video Arena, Image Arena — сравнение по типам.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Что есть в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Text Arena — текстовые модели.</a:t>
            </a:r>
            <a:br/>
            <a:r>
              <a:t>Video Arena — генерация видео (Veo 3, Sora 2, Kling).</a:t>
            </a:r>
            <a:br/>
            <a:r>
              <a:t>Image Arena — картинки.</a:t>
            </a:r>
            <a:br/>
            <a:r>
              <a:t>Мультимодальные сравнения.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Регистрация бесплатная. Кредитная карта не нужна.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lmarena.ai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Robomonkey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Автоматизация процессов без программирования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Описываете задачу текстом («собирай цены с Ozon каждый день»).</a:t>
            </a:r>
            <a:br/>
            <a:br/>
            <a:r>
              <a:t>Robomonkey генерирует Chrome-расширение с кодом.</a:t>
            </a:r>
            <a:br/>
            <a:br/>
            <a:r>
              <a:t>Устанавливаете в браузер — оно работает само.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Альтернативы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Stagehand — для разработчиков (open-source).</a:t>
            </a:r>
            <a:br/>
            <a:r>
              <a:t>Gumloop — no-code платформа для бизнеса.</a:t>
            </a:r>
            <a:br/>
            <a:r>
              <a:t>Browser Use — Python для кодеров.</a:t>
            </a:r>
            <a:br/>
            <a:r>
              <a:t>Make.com / n8n — связка с другими сервисами.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Экономия 90–95% стоимости виртуального ассистента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AI-разработка без программиста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Lovable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Генерация веб-приложений и сайтов из текста</a:t>
            </a:r>
            <a:br/>
            <a:br/>
            <a:r>
              <a:t>→ MVP, лендинг, внутренний инструмент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Blink.new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Создание сайтов с AI-дизайном</a:t>
            </a:r>
            <a:br/>
            <a:br/>
            <a:r>
              <a:t>→ Красивый сайт с нуля за минуты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Bolt.new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AI-разработка на Next.js / React</a:t>
            </a:r>
            <a:br/>
            <a:br/>
            <a:r>
              <a:t>→ Настоящий код под капотом (можно доработать)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Hercules.app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Внутренние бизнес-приложения</a:t>
            </a:r>
            <a:br/>
            <a:br/>
            <a:r>
              <a:t>→ CRM, дашборды, формы без IT-отдела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Принцип: «Сделай сайт для приёма заявок с полями имя, телефон, выбор услуги и отправкой в Telegram» — платформа генерирует работающий сайт. Не нужно уметь кодить.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Для бизнеса: прототипы за часы, внутренние инструменты без IT, экономия на фрилансерах.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Задачи по отделам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Бухгалтерия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Распознавание документов, сверка, проверка проводок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9728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Финансы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Прогнозирование, бюджеты, сценарное моделирование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Юристы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Анализ договоров, риски, сравнение редакций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09728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Продакты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0876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Анализ отзывов, user stories, конкуренты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Коммерческий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Скрипты, КП, воронка, реактивация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474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Топы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886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Стратегия, due diligence, структурирование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Аналитики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86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Обработка данных, SQL, визуализация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474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886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Вакансии, скрининг, планы адаптации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⚠  ИИ — ассистент, не замена. Проверяйте финальные решения, особенно в юридических и финансовых вопросах.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Рекомендации по работе с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Если не уверены — обсудите с другой моделью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Задайте тот же вопрос Claude, GPT и DeepSeek. Если все три говорят одно — можно доверять.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Формулируйте результат, не задачу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Плохо: «Вот отчёт, сделай что-нибудь». Хорошо: «Выдели 3 тренда и предложи 2 действия».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Вначале план, потом реализация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Сначала составьте план и согласуйте. Только потом выполняйте. Экономит время на переделках.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Заставьте ИИ задать вопросы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«Есть вопросы? Всё ли понятно?» — лучшие результаты даёт диалог, не монолог.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C48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Разбивайте сложное на шаги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Не «напиши бизнес-план». Разбейте: структура → рынок → экономика → риски.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Давайте контекст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«Ты финдиректор, готовишь презентацию для совета директоров» — результат в разы точнее.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Проверяйте факты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ИИ уверенно выдумывает даты и ссылки. Всегда перепроверяйте.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Системные промпты для рутины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«Ты аналитик. Каждый CSV → аномалии, топ-3 тренда, рекомендации» — экономит время.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Конфиденциальность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Для чувствительных данных — локальные модели (DeepSeek, Qwen) или корпоративные тарифы.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Главное: ИИ — инструмент. Результат зависит от того, насколько точно вы формулируете задачу.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